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64b5109074269" /><Relationship Type="http://schemas.openxmlformats.org/officeDocument/2006/relationships/extended-properties" Target="/docProps/app.xml" Id="R932b68d8dee24e20" /><Relationship Type="http://schemas.openxmlformats.org/officeDocument/2006/relationships/officeDocument" Target="/ppt/presentation.xml" Id="R97f10030c61f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764ddc2e04791"/>
  </p:sldMasterIdLst>
  <p:notesMasterIdLst>
    <p:notesMasterId xmlns:r="http://schemas.openxmlformats.org/officeDocument/2006/relationships" r:id="R03dfb233d8aa421e"/>
  </p:notesMasterIdLst>
  <p:sldIdLst>
    <p:sldId xmlns:r="http://schemas.openxmlformats.org/officeDocument/2006/relationships" id="256" r:id="Rbc0e3e19a3684f59"/>
    <p:sldId xmlns:r="http://schemas.openxmlformats.org/officeDocument/2006/relationships" id="257" r:id="R752cdcf0f0cb4740"/>
    <p:sldId xmlns:r="http://schemas.openxmlformats.org/officeDocument/2006/relationships" id="258" r:id="Rc5f8f456af5049ca"/>
    <p:sldId xmlns:r="http://schemas.openxmlformats.org/officeDocument/2006/relationships" id="259" r:id="R984ff066977c442a"/>
    <p:sldId xmlns:r="http://schemas.openxmlformats.org/officeDocument/2006/relationships" id="260" r:id="R754ed0b23da144f0"/>
    <p:sldId xmlns:r="http://schemas.openxmlformats.org/officeDocument/2006/relationships" id="261" r:id="R83d742b09fc84e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455526dab45cd" /><Relationship Type="http://schemas.openxmlformats.org/officeDocument/2006/relationships/slideMaster" Target="/ppt/slideMasters/slideMaster1.xml" Id="R5c6764ddc2e04791" /><Relationship Type="http://schemas.openxmlformats.org/officeDocument/2006/relationships/notesMaster" Target="/ppt/notesMasters/notesMaster1.xml" Id="R03dfb233d8aa421e" /><Relationship Type="http://schemas.openxmlformats.org/officeDocument/2006/relationships/presProps" Target="/ppt/presProps.xml" Id="R38d7beab01ae49cf" /><Relationship Type="http://schemas.openxmlformats.org/officeDocument/2006/relationships/tableStyles" Target="/ppt/tableStyles.xml" Id="Raf64d7fd4d744725" /><Relationship Type="http://schemas.openxmlformats.org/officeDocument/2006/relationships/slide" Target="/ppt/slides/slide1.xml" Id="Rbc0e3e19a3684f59" /><Relationship Type="http://schemas.openxmlformats.org/officeDocument/2006/relationships/slide" Target="/ppt/slides/slide2.xml" Id="R752cdcf0f0cb4740" /><Relationship Type="http://schemas.openxmlformats.org/officeDocument/2006/relationships/slide" Target="/ppt/slides/slide3.xml" Id="Rc5f8f456af5049ca" /><Relationship Type="http://schemas.openxmlformats.org/officeDocument/2006/relationships/slide" Target="/ppt/slides/slide4.xml" Id="R984ff066977c442a" /><Relationship Type="http://schemas.openxmlformats.org/officeDocument/2006/relationships/slide" Target="/ppt/slides/slide5.xml" Id="R754ed0b23da144f0" /><Relationship Type="http://schemas.openxmlformats.org/officeDocument/2006/relationships/slide" Target="/ppt/slides/slide6.xml" Id="R83d742b09fc84e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f54da3517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421287aa64ef4" /><Relationship Type="http://schemas.openxmlformats.org/officeDocument/2006/relationships/notesMaster" Target="/ppt/notesMasters/notesMaster1.xml" Id="Rc53b30de41ee44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668c6da74c486e" /><Relationship Type="http://schemas.openxmlformats.org/officeDocument/2006/relationships/notesMaster" Target="/ppt/notesMasters/notesMaster1.xml" Id="R2c7e38ab1122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30f4db5d39492e" /><Relationship Type="http://schemas.openxmlformats.org/officeDocument/2006/relationships/notesMaster" Target="/ppt/notesMasters/notesMaster1.xml" Id="R23f737f4eda5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17b3fefb0481c" /><Relationship Type="http://schemas.openxmlformats.org/officeDocument/2006/relationships/notesMaster" Target="/ppt/notesMasters/notesMaster1.xml" Id="R444bf3a28bf349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9b45103514b56" /><Relationship Type="http://schemas.openxmlformats.org/officeDocument/2006/relationships/notesMaster" Target="/ppt/notesMasters/notesMaster1.xml" Id="R2b19392341b044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749232eb514d21" /><Relationship Type="http://schemas.openxmlformats.org/officeDocument/2006/relationships/notesMaster" Target="/ppt/notesMasters/notesMaster1.xml" Id="Re13c9530eaa8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editability as a testable delivery contract, not a marketing adjective.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any one missing proof leaves an editability claim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chart data in PowerPoint and change any value to verify the promise.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matrix as the release checklist for future native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reopening the exported file tests the deliverable rather than the in-memory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evidence package the reusable definition of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3a7706d4d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33d89e09e4477" /><Relationship Type="http://schemas.openxmlformats.org/officeDocument/2006/relationships/slideLayout" Target="/ppt/slideLayouts/slideLayout1.xml" Id="R03ee44e56e8d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e44e56e8d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bf8dbaf824a5f" /><Relationship Type="http://schemas.openxmlformats.org/officeDocument/2006/relationships/notesSlide" Target="/ppt/notesSlides/notesSlide1.xml" Id="R8f64e8b46f07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23368fc994af1" /><Relationship Type="http://schemas.openxmlformats.org/officeDocument/2006/relationships/notesSlide" Target="/ppt/notesSlides/notesSlide2.xml" Id="Rf63859a1e8ae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ea540ed3d46cc" /><Relationship Type="http://schemas.openxmlformats.org/officeDocument/2006/relationships/chart" Target="/ppt/slides/charts/chart1.xml" Id="R70b6d83a81704986" /><Relationship Type="http://schemas.openxmlformats.org/officeDocument/2006/relationships/notesSlide" Target="/ppt/notesSlides/notesSlide3.xml" Id="Rbbe684ce70db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e84f04e1043d1" /><Relationship Type="http://schemas.openxmlformats.org/officeDocument/2006/relationships/notesSlide" Target="/ppt/notesSlides/notesSlide4.xml" Id="Rb010846bd8bf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f14a6c84f4d7c" /><Relationship Type="http://schemas.openxmlformats.org/officeDocument/2006/relationships/notesSlide" Target="/ppt/notesSlides/notesSlide5.xml" Id="R16c06e16087d48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2433152e47de" /><Relationship Type="http://schemas.openxmlformats.org/officeDocument/2006/relationships/notesSlide" Target="/ppt/notesSlides/notesSlide6.xml" Id="Ra920b7221a7f4755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2202F"/>
                </a:solidFill>
              </a:rPr>
              <a:t>Editable evidence objects per release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2202F"/>
              </a:solidFill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Objects</c:v>
          </c:tx>
          <c:spPr>
            <a:solidFill xmlns:a="http://schemas.openxmlformats.org/drawingml/2006/main">
              <a:srgbClr val="E95D4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Plan</c:v>
              </c:pt>
              <c:pt idx="1">
                <c:v>Text</c:v>
              </c:pt>
              <c:pt idx="2">
                <c:v>Chart</c:v>
              </c:pt>
              <c:pt idx="3">
                <c:v>Table</c:v>
              </c:pt>
              <c:pt idx="4">
                <c:v>Notes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18</c:v>
              </c:pt>
              <c:pt idx="2">
                <c:v>1</c:v>
              </c:pt>
              <c:pt idx="3">
                <c:v>1</c:v>
              </c:pt>
              <c:pt idx="4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2202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2F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0C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875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plane">
            <a:extLst xmlns:a="http://schemas.openxmlformats.org/drawingml/2006/main">
              <a:ext uri="{FF2B5EF4-FFF2-40B4-BE49-F238E27FC236}">
                <a16:creationId xmlns:a16="http://schemas.microsoft.com/office/drawing/2014/main" id="{3A64A119-001C-41F5-BA8B-B7E7DCD6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BBF005F-0B0A-4E57-9150-BC4A977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>
                <a:solidFill>
                  <a:srgbClr val="E95D45"/>
                </a:solidFill>
              </a:rPr>
              <a:t>HOOK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25F913-6B60-4B3C-A2F0-8D718012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2202F"/>
                </a:solidFill>
              </a:defRPr>
            </a:pPr>
            <a:r>
              <a:rPr sz="3750" b="1" i="0">
                <a:solidFill>
                  <a:srgbClr val="12202F"/>
                </a:solidFill>
              </a:rPr>
              <a:t>Native objects survive the handoff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8C4A7B-084C-4C7A-BEDD-CA22C4B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>
                <a:solidFill>
                  <a:srgbClr val="5B6875"/>
                </a:solidFill>
              </a:rPr>
              <a:t>This deck proves that text, shapes, data, and notes remain editable after export.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82ABC73E-29B3-462A-9E2A-7FE5DA0F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430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TEXT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SHAPES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DATA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FDD7CAFD-68FC-4484-949E-CE5EBCE6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875"/>
                </a:solidFill>
              </a:defRPr>
            </a:pPr>
            <a:r>
              <a:rPr sz="900" b="0" i="0">
                <a:solidFill>
                  <a:srgbClr val="5B6875"/>
                </a:solidFill>
              </a:rPr>
              <a:t>Editorial Technical Minimal</a:t>
            </a:r>
          </a:p>
        </p:txBody>
      </p:sp>
    </p:spTree>
    <p:extLst>
      <p:ext uri="{BB962C8B-B14F-4D97-AF65-F5344CB8AC3E}">
        <p14:creationId xmlns:p14="http://schemas.microsoft.com/office/powerpoint/2010/main" val="51406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A6EE5C0D-70E5-4392-9226-28F29C0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CONTRACT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970257F-640D-4185-95C7-09600A47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02 / 06</a:t>
            </a:r>
          </a:p>
        </p:txBody>
      </p:sp>
      <p:sp>
        <p:nvSpPr>
          <p:cNvPr id="3" name="slide-2-action-title">
            <a:extLst xmlns:a="http://schemas.openxmlformats.org/drawingml/2006/main">
              <a:ext uri="{FF2B5EF4-FFF2-40B4-BE49-F238E27FC236}">
                <a16:creationId xmlns:a16="http://schemas.microsoft.com/office/drawing/2014/main" id="{76EAA352-5317-4E26-A40E-B6EE2C5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2202F"/>
                </a:solidFill>
              </a:defRPr>
            </a:pPr>
            <a:r>
              <a:rPr sz="3000" b="1" i="0">
                <a:solidFill>
                  <a:srgbClr val="12202F"/>
                </a:solidFill>
              </a:rPr>
              <a:t>Editability requires four independent proofs</a:t>
            </a:r>
          </a:p>
        </p:txBody>
      </p:sp>
      <p:sp>
        <p:nvSpPr>
          <p:cNvPr id="4" name="slide-2-stat">
            <a:extLst xmlns:a="http://schemas.openxmlformats.org/drawingml/2006/main">
              <a:ext uri="{FF2B5EF4-FFF2-40B4-BE49-F238E27FC236}">
                <a16:creationId xmlns:a16="http://schemas.microsoft.com/office/drawing/2014/main" id="{535888A9-536B-4AB3-A262-4CBBA25C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 i="0">
                <a:solidFill>
                  <a:srgbClr val="E95D45"/>
                </a:solidFill>
              </a:defRPr>
            </a:pPr>
            <a:r>
              <a:rPr sz="6600" b="1" i="0">
                <a:solidFill>
                  <a:srgbClr val="E95D45"/>
                </a:solidFill>
              </a:rPr>
              <a:t>4×</a:t>
            </a:r>
          </a:p>
        </p:txBody>
      </p:sp>
      <p:sp>
        <p:nvSpPr>
          <p:cNvPr id="5" name="slide-2-message">
            <a:extLst xmlns:a="http://schemas.openxmlformats.org/drawingml/2006/main">
              <a:ext uri="{FF2B5EF4-FFF2-40B4-BE49-F238E27FC236}">
                <a16:creationId xmlns:a16="http://schemas.microsoft.com/office/drawing/2014/main" id="{E1356AFA-BDBE-4787-8E87-0418E3B1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202F"/>
                </a:solidFill>
              </a:defRPr>
            </a:pPr>
            <a:r>
              <a:rPr sz="2025" b="0" i="0">
                <a:solidFill>
                  <a:srgbClr val="12202F"/>
                </a:solidFill>
              </a:rPr>
              <a:t>A valid native handoff proves object structure, rendered fidelity, clean copy, and documented exceptions.</a:t>
            </a:r>
          </a:p>
        </p:txBody>
      </p:sp>
      <p:sp>
        <p:nvSpPr>
          <p:cNvPr id="6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F6673196-9118-4F18-9096-3FCA20C3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2-items">
            <a:extLst xmlns:a="http://schemas.openxmlformats.org/drawingml/2006/main">
              <a:ext uri="{FF2B5EF4-FFF2-40B4-BE49-F238E27FC236}">
                <a16:creationId xmlns:a16="http://schemas.microsoft.com/office/drawing/2014/main" id="{C2B62ADF-EF34-4AE9-92DA-1504F74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1. Object inspection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2. Rendered QA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3. Text extraction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4. Exception list</a:t>
            </a:r>
          </a:p>
        </p:txBody>
      </p:sp>
    </p:spTree>
    <p:extLst>
      <p:ext uri="{BB962C8B-B14F-4D97-AF65-F5344CB8AC3E}">
        <p14:creationId xmlns:p14="http://schemas.microsoft.com/office/powerpoint/2010/main" val="418344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157A8DE4-381B-497D-9E3C-10E320E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PROOF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8721FFC8-BAF2-4CC6-B57B-6B1A967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03 / 06</a:t>
            </a:r>
          </a:p>
        </p:txBody>
      </p:sp>
      <p:sp>
        <p:nvSpPr>
          <p:cNvPr id="3" name="slide-3-action-title">
            <a:extLst xmlns:a="http://schemas.openxmlformats.org/drawingml/2006/main">
              <a:ext uri="{FF2B5EF4-FFF2-40B4-BE49-F238E27FC236}">
                <a16:creationId xmlns:a16="http://schemas.microsoft.com/office/drawing/2014/main" id="{B4038CDB-C236-41AD-A15A-5617B3A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>
                <a:solidFill>
                  <a:srgbClr val="12202F"/>
                </a:solidFill>
              </a:rPr>
              <a:t>Native charts keep the underlying data changeable</a:t>
            </a:r>
          </a:p>
        </p:txBody>
      </p:sp>
      <p:sp>
        <p:nvSpPr>
          <p:cNvPr id="4" name="slide-3-message">
            <a:extLst xmlns:a="http://schemas.openxmlformats.org/drawingml/2006/main">
              <a:ext uri="{FF2B5EF4-FFF2-40B4-BE49-F238E27FC236}">
                <a16:creationId xmlns:a16="http://schemas.microsoft.com/office/drawing/2014/main" id="{AE5F982A-819E-4EE9-983F-A9C53D0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>
                <a:solidFill>
                  <a:srgbClr val="5B6875"/>
                </a:solidFill>
              </a:rPr>
              <a:t>The chart is a PowerPoint chart object with editable categories and series values.</a:t>
            </a:r>
          </a:p>
        </p:txBody>
      </p:sp>
      <p:sp>
        <p:nvSpPr>
          <p:cNvPr id="5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D3AD3360-B64F-44A8-9E87-3C846A2F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3-evidence">
            <a:extLst xmlns:a="http://schemas.openxmlformats.org/drawingml/2006/main">
              <a:ext uri="{FF2B5EF4-FFF2-40B4-BE49-F238E27FC236}">
                <a16:creationId xmlns:a16="http://schemas.microsoft.com/office/drawing/2014/main" id="{84FD5AD3-B051-4339-82EC-C4547ECC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Illustrative fixture values created for this benchmark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343400" y="2000250"/>
          <a:ext xmlns:a="http://schemas.openxmlformats.org/drawingml/2006/main" cx="6762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6d83a81704986"/>
          </a:graphicData>
        </a:graphic>
      </p:graphicFrame>
    </p:spTree>
    <p:extLst>
      <p:ext uri="{BB962C8B-B14F-4D97-AF65-F5344CB8AC3E}">
        <p14:creationId xmlns:p14="http://schemas.microsoft.com/office/powerpoint/2010/main" val="175728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07A9839B-8201-4ED4-B627-EB6143B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EVIDENCE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08F05EE6-A62D-431B-B506-5D83E52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04 / 06</a:t>
            </a:r>
          </a:p>
        </p:txBody>
      </p:sp>
      <p:sp>
        <p:nvSpPr>
          <p:cNvPr id="3" name="slide-4-action-title">
            <a:extLst xmlns:a="http://schemas.openxmlformats.org/drawingml/2006/main">
              <a:ext uri="{FF2B5EF4-FFF2-40B4-BE49-F238E27FC236}">
                <a16:creationId xmlns:a16="http://schemas.microsoft.com/office/drawing/2014/main" id="{CE4BFA71-5002-4A66-BEF8-4E5FE4D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>
                <a:solidFill>
                  <a:srgbClr val="12202F"/>
                </a:solidFill>
              </a:rPr>
              <a:t>Native tables make the handoff auditable</a:t>
            </a:r>
          </a:p>
        </p:txBody>
      </p:sp>
      <p:sp>
        <p:nvSpPr>
          <p:cNvPr id="4" name="slide-4-message">
            <a:extLst xmlns:a="http://schemas.openxmlformats.org/drawingml/2006/main">
              <a:ext uri="{FF2B5EF4-FFF2-40B4-BE49-F238E27FC236}">
                <a16:creationId xmlns:a16="http://schemas.microsoft.com/office/drawing/2014/main" id="{351C28ED-C708-4A6D-87B6-49BDBD62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875"/>
                </a:solidFill>
              </a:defRPr>
            </a:pPr>
            <a:r>
              <a:rPr sz="1500" b="0" i="0">
                <a:solidFill>
                  <a:srgbClr val="5B6875"/>
                </a:solidFill>
              </a:rPr>
              <a:t>Each promise is paired with a concrete artifact and a pass signal.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23900" y="2590800"/>
          <a:ext xmlns:a="http://schemas.openxmlformats.org/drawingml/2006/main" cx="107442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Promise</a:t>
                      </a:r>
                    </a:p>
                  </a:txBody>
                  <a:tcPr marL="91440" marR="91440" marT="45720" marB="45720"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 signal</a:t>
                      </a:r>
                    </a:p>
                  </a:txBody>
                  <a:tcPr marL="91440" marR="91440" marT="45720" marB="45720">
                    <a:solidFill>
                      <a:srgbClr val="1220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Editable 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Text extraction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No placeholders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Editable data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Chart and table parts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Native objects found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Visual fidelity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Six rendered PNGs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1280 × 720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Presenter support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Speaker-note parts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One per slide</a:t>
                      </a:r>
                    </a:p>
                  </a:txBody>
                  <a:tcPr marL="91440" marR="91440" marT="45720" marB="45720">
                    <a:solidFill>
                      <a:srgbClr val="E9E3D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602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6BA67ED4-BB7A-4053-8CA9-57E16B57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GATE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CD2CCADE-E6D3-4DC0-BC9F-57CE50F7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05 / 06</a:t>
            </a:r>
          </a:p>
        </p:txBody>
      </p:sp>
      <p:sp>
        <p:nvSpPr>
          <p:cNvPr id="3" name="slide-5-action-title">
            <a:extLst xmlns:a="http://schemas.openxmlformats.org/drawingml/2006/main">
              <a:ext uri="{FF2B5EF4-FFF2-40B4-BE49-F238E27FC236}">
                <a16:creationId xmlns:a16="http://schemas.microsoft.com/office/drawing/2014/main" id="{B66BBDB3-BC83-4F71-A43E-1447DB64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>
                <a:solidFill>
                  <a:srgbClr val="12202F"/>
                </a:solidFill>
              </a:rPr>
              <a:t>The release gate catches flattened impostors</a:t>
            </a:r>
          </a:p>
        </p:txBody>
      </p:sp>
      <p:sp>
        <p:nvSpPr>
          <p:cNvPr id="4" name="slide-5-process-line">
            <a:extLst xmlns:a="http://schemas.openxmlformats.org/drawingml/2006/main">
              <a:ext uri="{FF2B5EF4-FFF2-40B4-BE49-F238E27FC236}">
                <a16:creationId xmlns:a16="http://schemas.microsoft.com/office/drawing/2014/main" id="{E80041F2-343E-46ED-905D-51E389A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982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step-1-node">
            <a:extLst xmlns:a="http://schemas.openxmlformats.org/drawingml/2006/main">
              <a:ext uri="{FF2B5EF4-FFF2-40B4-BE49-F238E27FC236}">
                <a16:creationId xmlns:a16="http://schemas.microsoft.com/office/drawing/2014/main" id="{9F9A68EB-3156-4D35-85CE-507CDD0C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5-step-1-number">
            <a:extLst xmlns:a="http://schemas.openxmlformats.org/drawingml/2006/main">
              <a:ext uri="{FF2B5EF4-FFF2-40B4-BE49-F238E27FC236}">
                <a16:creationId xmlns:a16="http://schemas.microsoft.com/office/drawing/2014/main" id="{252F4785-1447-4C73-90AE-F54EAE21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lide-5-step-1-title">
            <a:extLst xmlns:a="http://schemas.openxmlformats.org/drawingml/2006/main">
              <a:ext uri="{FF2B5EF4-FFF2-40B4-BE49-F238E27FC236}">
                <a16:creationId xmlns:a16="http://schemas.microsoft.com/office/drawing/2014/main" id="{8A31A820-CB37-4A14-B406-60D81B2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8745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Plan</a:t>
            </a:r>
          </a:p>
        </p:txBody>
      </p:sp>
      <p:sp>
        <p:nvSpPr>
          <p:cNvPr id="8" name="slide-5-step-1-detail">
            <a:extLst xmlns:a="http://schemas.openxmlformats.org/drawingml/2006/main">
              <a:ext uri="{FF2B5EF4-FFF2-40B4-BE49-F238E27FC236}">
                <a16:creationId xmlns:a16="http://schemas.microsoft.com/office/drawing/2014/main" id="{7879C193-24F0-4B08-9738-6A24153C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187452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Validate the story and native payload.</a:t>
            </a:r>
          </a:p>
        </p:txBody>
      </p:sp>
      <p:sp>
        <p:nvSpPr>
          <p:cNvPr id="9" name="slide-5-step-2-node">
            <a:extLst xmlns:a="http://schemas.openxmlformats.org/drawingml/2006/main">
              <a:ext uri="{FF2B5EF4-FFF2-40B4-BE49-F238E27FC236}">
                <a16:creationId xmlns:a16="http://schemas.microsoft.com/office/drawing/2014/main" id="{C6585522-48A5-4ABA-9D2D-BCA5575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5-step-2-number">
            <a:extLst xmlns:a="http://schemas.openxmlformats.org/drawingml/2006/main">
              <a:ext uri="{FF2B5EF4-FFF2-40B4-BE49-F238E27FC236}">
                <a16:creationId xmlns:a16="http://schemas.microsoft.com/office/drawing/2014/main" id="{0B233C04-F197-4DA1-9799-E60D7BA2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lide-5-step-2-title">
            <a:extLst xmlns:a="http://schemas.openxmlformats.org/drawingml/2006/main">
              <a:ext uri="{FF2B5EF4-FFF2-40B4-BE49-F238E27FC236}">
                <a16:creationId xmlns:a16="http://schemas.microsoft.com/office/drawing/2014/main" id="{F3A5269B-940A-48D3-9139-057103D4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467100"/>
            <a:ext cx="18745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Build</a:t>
            </a:r>
          </a:p>
        </p:txBody>
      </p:sp>
      <p:sp>
        <p:nvSpPr>
          <p:cNvPr id="12" name="slide-5-step-2-detail">
            <a:extLst xmlns:a="http://schemas.openxmlformats.org/drawingml/2006/main">
              <a:ext uri="{FF2B5EF4-FFF2-40B4-BE49-F238E27FC236}">
                <a16:creationId xmlns:a16="http://schemas.microsoft.com/office/drawing/2014/main" id="{9C0449E5-BBE7-41BA-B449-A18E1E4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133850"/>
            <a:ext cx="187452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Create real PowerPoint objects.</a:t>
            </a:r>
          </a:p>
        </p:txBody>
      </p:sp>
      <p:sp>
        <p:nvSpPr>
          <p:cNvPr id="13" name="slide-5-step-3-node">
            <a:extLst xmlns:a="http://schemas.openxmlformats.org/drawingml/2006/main">
              <a:ext uri="{FF2B5EF4-FFF2-40B4-BE49-F238E27FC236}">
                <a16:creationId xmlns:a16="http://schemas.microsoft.com/office/drawing/2014/main" id="{C346F41B-C4B9-4F31-88C4-530245C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5-step-3-number">
            <a:extLst xmlns:a="http://schemas.openxmlformats.org/drawingml/2006/main">
              <a:ext uri="{FF2B5EF4-FFF2-40B4-BE49-F238E27FC236}">
                <a16:creationId xmlns:a16="http://schemas.microsoft.com/office/drawing/2014/main" id="{4AC51EA5-EAAF-4332-B93C-4D45515D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lide-5-step-3-title">
            <a:extLst xmlns:a="http://schemas.openxmlformats.org/drawingml/2006/main">
              <a:ext uri="{FF2B5EF4-FFF2-40B4-BE49-F238E27FC236}">
                <a16:creationId xmlns:a16="http://schemas.microsoft.com/office/drawing/2014/main" id="{27763281-9AE4-4EDF-990D-4C2ACD20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3467100"/>
            <a:ext cx="18745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Reopen</a:t>
            </a:r>
          </a:p>
        </p:txBody>
      </p:sp>
      <p:sp>
        <p:nvSpPr>
          <p:cNvPr id="16" name="slide-5-step-3-detail">
            <a:extLst xmlns:a="http://schemas.openxmlformats.org/drawingml/2006/main">
              <a:ext uri="{FF2B5EF4-FFF2-40B4-BE49-F238E27FC236}">
                <a16:creationId xmlns:a16="http://schemas.microsoft.com/office/drawing/2014/main" id="{BA2AE9D9-7246-4DE9-AE78-5EA0219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133850"/>
            <a:ext cx="187452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Import the exported PPTX again.</a:t>
            </a:r>
          </a:p>
        </p:txBody>
      </p:sp>
      <p:sp>
        <p:nvSpPr>
          <p:cNvPr id="17" name="slide-5-step-4-node">
            <a:extLst xmlns:a="http://schemas.openxmlformats.org/drawingml/2006/main">
              <a:ext uri="{FF2B5EF4-FFF2-40B4-BE49-F238E27FC236}">
                <a16:creationId xmlns:a16="http://schemas.microsoft.com/office/drawing/2014/main" id="{D70FB6EE-5732-4658-AE92-5C17620D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-5-step-4-number">
            <a:extLst xmlns:a="http://schemas.openxmlformats.org/drawingml/2006/main">
              <a:ext uri="{FF2B5EF4-FFF2-40B4-BE49-F238E27FC236}">
                <a16:creationId xmlns:a16="http://schemas.microsoft.com/office/drawing/2014/main" id="{B5DDFB07-C782-410F-9148-AF8FDCD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lide-5-step-4-title">
            <a:extLst xmlns:a="http://schemas.openxmlformats.org/drawingml/2006/main">
              <a:ext uri="{FF2B5EF4-FFF2-40B4-BE49-F238E27FC236}">
                <a16:creationId xmlns:a16="http://schemas.microsoft.com/office/drawing/2014/main" id="{390E9C33-3B21-489E-BF25-FB5E4AA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467100"/>
            <a:ext cx="18745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Render</a:t>
            </a:r>
          </a:p>
        </p:txBody>
      </p:sp>
      <p:sp>
        <p:nvSpPr>
          <p:cNvPr id="20" name="slide-5-step-4-detail">
            <a:extLst xmlns:a="http://schemas.openxmlformats.org/drawingml/2006/main">
              <a:ext uri="{FF2B5EF4-FFF2-40B4-BE49-F238E27FC236}">
                <a16:creationId xmlns:a16="http://schemas.microsoft.com/office/drawing/2014/main" id="{72C39D00-EAF2-4E7B-9D95-2A430E22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133850"/>
            <a:ext cx="187452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Inspect every final slide.</a:t>
            </a:r>
          </a:p>
        </p:txBody>
      </p:sp>
      <p:sp>
        <p:nvSpPr>
          <p:cNvPr id="21" name="slide-5-step-5-node">
            <a:extLst xmlns:a="http://schemas.openxmlformats.org/drawingml/2006/main">
              <a:ext uri="{FF2B5EF4-FFF2-40B4-BE49-F238E27FC236}">
                <a16:creationId xmlns:a16="http://schemas.microsoft.com/office/drawing/2014/main" id="{A554E1DE-296F-4913-9D0B-CEC4243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lide-5-step-5-number">
            <a:extLst xmlns:a="http://schemas.openxmlformats.org/drawingml/2006/main">
              <a:ext uri="{FF2B5EF4-FFF2-40B4-BE49-F238E27FC236}">
                <a16:creationId xmlns:a16="http://schemas.microsoft.com/office/drawing/2014/main" id="{CC53ACDA-5213-435E-9A30-3738364D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lide-5-step-5-title">
            <a:extLst xmlns:a="http://schemas.openxmlformats.org/drawingml/2006/main">
              <a:ext uri="{FF2B5EF4-FFF2-40B4-BE49-F238E27FC236}">
                <a16:creationId xmlns:a16="http://schemas.microsoft.com/office/drawing/2014/main" id="{45615862-72AA-4B91-9880-90BC78F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3467100"/>
            <a:ext cx="18745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Inspect</a:t>
            </a:r>
          </a:p>
        </p:txBody>
      </p:sp>
      <p:sp>
        <p:nvSpPr>
          <p:cNvPr id="24" name="slide-5-step-5-detail">
            <a:extLst xmlns:a="http://schemas.openxmlformats.org/drawingml/2006/main">
              <a:ext uri="{FF2B5EF4-FFF2-40B4-BE49-F238E27FC236}">
                <a16:creationId xmlns:a16="http://schemas.microsoft.com/office/drawing/2014/main" id="{F815F839-B7E9-4694-AB0A-A492E2CF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80" y="4133850"/>
            <a:ext cx="187452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Block image-only or missing-object output.</a:t>
            </a:r>
          </a:p>
        </p:txBody>
      </p:sp>
    </p:spTree>
    <p:extLst>
      <p:ext uri="{BB962C8B-B14F-4D97-AF65-F5344CB8AC3E}">
        <p14:creationId xmlns:p14="http://schemas.microsoft.com/office/powerpoint/2010/main" val="189111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bg">
            <a:extLst xmlns:a="http://schemas.openxmlformats.org/drawingml/2006/main">
              <a:ext uri="{FF2B5EF4-FFF2-40B4-BE49-F238E27FC236}">
                <a16:creationId xmlns:a16="http://schemas.microsoft.com/office/drawing/2014/main" id="{AEC28BF5-A91B-4751-A334-5E25FD5D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ED1F545B-FC54-4F57-989E-B99A6453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>
                <a:solidFill>
                  <a:srgbClr val="E95D45"/>
                </a:solidFill>
              </a:rPr>
              <a:t>HANDOFF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C0819F4-0B7A-4288-BC91-C88A01E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Every editable promise now leaves evidence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9FAF13E5-0AA7-4B77-9CB2-6B48ACDB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6BB2DD06-6C75-40FB-9651-688358E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E0E7"/>
                </a:solidFill>
              </a:defRPr>
            </a:pPr>
            <a:r>
              <a:rPr sz="1725" b="0" i="0">
                <a:solidFill>
                  <a:srgbClr val="D8E0E7"/>
                </a:solidFill>
              </a:rPr>
              <a:t>The deck, previews, inspection log, editability report, and QA record travel together.</a:t>
            </a:r>
          </a:p>
        </p:txBody>
      </p:sp>
      <p:sp>
        <p:nvSpPr>
          <p:cNvPr id="6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7DCC1CE0-E526-4065-AACE-70A33FD3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5C0"/>
                </a:solidFill>
              </a:defRPr>
            </a:pPr>
            <a:r>
              <a:rPr sz="900" b="0" i="0">
                <a:solidFill>
                  <a:srgbClr val="A9B5C0"/>
                </a:solidFill>
              </a:rPr>
              <a:t>Native objects survive the handoff</a:t>
            </a:r>
          </a:p>
        </p:txBody>
      </p:sp>
    </p:spTree>
    <p:extLst>
      <p:ext uri="{BB962C8B-B14F-4D97-AF65-F5344CB8AC3E}">
        <p14:creationId xmlns:p14="http://schemas.microsoft.com/office/powerpoint/2010/main" val="2051884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2026-06-27T13:15:05.4810000Z</dcterms:created>
  <dcterms:modified xsi:type="dcterms:W3CDTF">2026-06-27T13:15:05.4810000Z</dcterms:modified>
</coreProperties>
</file>